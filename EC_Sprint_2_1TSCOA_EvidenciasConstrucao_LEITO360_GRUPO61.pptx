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abri\Downloads\Healthcare Data Analytics Dashboard\apresentacao\assets\mapa_mar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20040"/>
            <a:ext cx="3749040" cy="3749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17320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+ JSON nativo + external table + view, executados no 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respondendo (provider Cohere): NL2SQL sobre a view analítica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com malha oficial do IBGE,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Repositório público no GitHub + dashboard no ar via GitHub Pages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Select AI e dashboard executados de verdade (evidências nos slides 6, 7, 8, 14 e 15). O Select AI só funcionou depois de trocar o provider de OCI Generative AI para Cohere — o percurso do diagnóstico está no slide 15.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0" name="Text 8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85800" y="368503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6850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7" name="Text 15"/>
          <p:cNvSpPr/>
          <p:nvPr/>
        </p:nvSpPr>
        <p:spPr>
          <a:xfrm>
            <a:off x="1600200" y="35387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0020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63440" y="35935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75488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" y="501091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50109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4" name="Text 22"/>
          <p:cNvSpPr/>
          <p:nvPr/>
        </p:nvSpPr>
        <p:spPr>
          <a:xfrm>
            <a:off x="1600200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600200" y="5193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+ Malha Territorial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663440" y="491947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(SIDRA, tabela 6579) e malha oficial das UFs usada no mapa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2688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 · servicodados.ibge.gov.br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1539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5798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9651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97356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1209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11247120" cy="2788920"/>
          </a:xfrm>
          <a:prstGeom prst="roundRect">
            <a:avLst>
              <a:gd name="adj" fmla="val 262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38862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251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49834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3492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7150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real da aplicação publicada, com dados de Abr/2026 vindos de public/data/leito360.json — nenhum número digitado à mão.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visao_executi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KPIs recalculados a cada recorte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do período, média por dia, permanência ponderada e leitos SUS cadastrados, com a variação sobre o mês anterior.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com a malha oficial do IBGE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UFs coloridas pelos tercis de pressão assistencial da competência — os cortes aparecem na própria legenda.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Clicar numa UF recorta a tela inteira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Paraná na captura: KPIs, subtítulo, ranking e série de internações passam a responder só por aquela UF.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e série de seis competências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5 UFs sob maior pressão e a evolução das internações do recorte, com os valores rotulados.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Brasil · UF selecionada: Paraná.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consultas guiadas sobre os mesmos dados, com SQL equivalente, cobertura do pipeline e exportação em CSV.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2336" y="2048256"/>
            <a:ext cx="7178040" cy="4087368"/>
          </a:xfrm>
          <a:prstGeom prst="roundRect">
            <a:avLst>
              <a:gd name="adj" fmla="val 1119"/>
            </a:avLst>
          </a:prstGeom>
          <a:solidFill>
            <a:srgbClr val="060D1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sp>
      <p:pic>
        <p:nvPicPr>
          <p:cNvPr id="8" name="Image 0" descr="C:\Users\Gabri\Downloads\Healthcare Data Analytics Dashboard\docs\evidencias\prints\dashboard_explorador_anali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03120"/>
            <a:ext cx="7068312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2103120"/>
            <a:ext cx="3959352" cy="3977640"/>
          </a:xfrm>
          <a:prstGeom prst="roundRect">
            <a:avLst>
              <a:gd name="adj" fmla="val 184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73568" y="2267712"/>
            <a:ext cx="3557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tela mostra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973568" y="2651760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perguntas de negócio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73568" y="2880360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pressão, menor oferta de leitos, maior permanência e maior mortalidade — resultados reproduzíveis.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973568" y="3502152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equivalente sempre visível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973568" y="3730752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consulta correspondente sobre VW_LEITO360_ANALITICO, identificada como não gerada por IA.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973568" y="4352544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cobertura declaradas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973568" y="4581144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UFs, 6 períodos, 162 registros e reconciliação OK, direto do relatório de validação do ETL.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973568" y="5202936"/>
            <a:ext cx="3557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e limitações na própria tela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973568" y="5431536"/>
            <a:ext cx="3557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oficiais do SIH/SUS, CNES e IBGE e as limitações metodológicas ao lado dos números.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08776"/>
            <a:ext cx="7068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em gabriellive1817-stack.github.io/Leito_360 · competência Abr/2026 · consulta de maior pressão assistencial.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SIDRA + Malhas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1" name="Text 19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45973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70001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94029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576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4B8A6"/>
                </a:solidFill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 (SIDRA + malha das UFs) — HTTP real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fetch_raw.py + parse_validate_build.py + build_malha_uf.py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9" name="Shape 7"/>
          <p:cNvSpPr/>
          <p:nvPr/>
        </p:nvSpPr>
        <p:spPr>
          <a:xfrm>
            <a:off x="6903720" y="231343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9372600" y="22402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677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2677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95351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03720" y="302666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9372600" y="295351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58400" y="29809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666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(perfil real, NL2SQL confirmado, provider Cohere)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3739896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2" name="Text 20"/>
          <p:cNvSpPr/>
          <p:nvPr/>
        </p:nvSpPr>
        <p:spPr>
          <a:xfrm>
            <a:off x="9372600" y="366674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058400" y="36941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58400" y="36941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3799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445312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372600" y="437997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58400" y="44074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58400" y="44074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50932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5166360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4" name="Text 32"/>
          <p:cNvSpPr/>
          <p:nvPr/>
        </p:nvSpPr>
        <p:spPr>
          <a:xfrm>
            <a:off x="9372600" y="509320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0058400" y="5120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5120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58064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(gravado, com demonstração ao vivo do Oracle e do dashboard)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9" name="Shape 37"/>
          <p:cNvSpPr/>
          <p:nvPr/>
        </p:nvSpPr>
        <p:spPr>
          <a:xfrm>
            <a:off x="6903720" y="5879592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40" name="Text 38"/>
          <p:cNvSpPr/>
          <p:nvPr/>
        </p:nvSpPr>
        <p:spPr>
          <a:xfrm>
            <a:off x="9372600" y="580644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058400" y="58338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58400" y="58338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Executadas de verdade no Database Actions com o perfil LEITO360_AI (provider Cohere). O SQL gerado, o resultado e as limitações observadas estão em docs/evidencias/select_ai_perguntas.md — nada aqui foi escrito à mão e apresentado como saída da IA.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em dois sandboxes independentes do LiveLabs (#229599 e MovieStreamWorkshop229748), 31/08–01/09/2026. O schema foi recriado do zero no segundo e devolveu exatamente os mesmos números.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Ranking abr/2026 no Oracle x ETL local (internações/100 mil hab)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703,74 · SC 702,27 · RO 701,17 · AP 686,83 · RS 664,58 — idêntico ao data/processed/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56170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no SQL Worksheet do Database Actions. Ambientes temporários do LiveLabs (expiram após a reserva) — usados para gerar estas evidências, não são a infraestrutura definitiva. Os scripts de oracle/sql/consolidado_recriacao/ recriam o schema inteiro em qualquer instância nova.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NL2SQL real, e conferido contra a 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em português → SQL gerado pelo modelo → resultado. Transcrito da tela, sem edição. Provider Cohere (as opções OCI GenAI falharam em 2 sandboxes, 3 regiões e 2 credenciais — percurso em docs/evidencias/).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08483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1 — SHOWSQL (2,87 s): o SQL que o modelo gerou sozinho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340864"/>
            <a:ext cx="10789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Unidades da Federação tiveram mais internações por 100 mil habitantes em abril de 2026?"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6151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vw."ESTADO", vw."SIGLA_UF" FROM "ADMIN"."VW_LEITO360_ANALITICO" vw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7DD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vw."COMPETENCIA" = '2026-04' ORDER BY vw."INTERNACOES_POR_100K_HAB" DESC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31363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Escolheu a view analítica, a competência e o indicador corretos sem dica no prompt — o atributo "comments": "true" envia os COMMENT ON TABLE/COLUMN dos scripts 01, 02 e 05 como contexto semântico.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Conferimos as 5 respostas contra o pipeline validado (data/processed/) — o resultado honesto: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0520"/>
          <a:ext cx="11247120" cy="1691640"/>
        </p:xfrm>
        <a:graphic>
          <a:graphicData uri="http://schemas.openxmlformats.org/drawingml/2006/table">
            <a:tbl>
              <a:tblPr/>
              <a:tblGrid>
                <a:gridCol w="3108960"/>
                <a:gridCol w="6766560"/>
                <a:gridCol w="1371600"/>
              </a:tblGrid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 de negócio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do Select AI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Conferência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Pressão assistencial por 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Valores conferem (RO 701,17), mas fora da ordem pedida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Menor oferta de leitos por região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Respondeu "Nordeste", que é a de MAIOR oferta (17,15); a menor é Sudeste (12,53). E o SQL do SHOWSQL retornaria outro resultado ainda — o RUNSQL executou SQL diferente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Permanência acima da média nacional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RR, TO, MA, PI, CE, PB — todas no conjunto correto (média ponderada 4,882 dias)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Maior aumento de internações mar→abr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 +1.187 — exato (só 5 UFs cresceram num mês de queda nacional)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2819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Internações x leitos por região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Norte 108.136/28.346 · Nordeste 311.866/98.381 — batem número a número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59436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2A24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85800" y="59436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Conclusão: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 5 plenamente corretas, 1 com ordenação errada e 1 incorreta. O Select AI é uma ótima ferramenta de exploração, mas não substitui a consulta auditada — por isso o dashboard usa o JSON determinístico do ETL e marca seu SQL como "não gerado por IA".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— repositório público, estrutura organizada por responsabilidade.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25603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31089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" y="3657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(CSV, JSON, CSV externo)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85800" y="4206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85800" y="44805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47548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0292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30352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de gravação + texto falado do pitch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55778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apresentacao/         gerador deste PPTX (pptxgenjs, reprodutível)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Gravado, com demonstração ao vivo do dashboard publicado e do Oracle Database Actions. Plano em docs/roteiro_pitch/roteiro.md e o texto falado, dividido por integrante, em texto_pitch.md.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</a:t>
            </a:r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https://www.youtube.com/watch?v=IAoJ_zeWXmQ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938528"/>
            <a:ext cx="11277295" cy="18288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respondendo: NL2SQL real sobre a view analítica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publicado e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a malha do IBGE em qualidade mínima (simplificada)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gerado pelo LLM é não determinístico — sempre conferido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Transcrever as saídas das perguntas 2 a 5 do Select 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2026-09-02T01:17:09Z</dcterms:created>
  <dcterms:modified xsi:type="dcterms:W3CDTF">2026-09-02T01:17:09Z</dcterms:modified>
</cp:coreProperties>
</file>