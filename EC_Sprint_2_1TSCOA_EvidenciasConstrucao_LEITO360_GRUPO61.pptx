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abri\Downloads\Healthcare Data Analytics Dashboard\apresentacao\assets\mapa_mar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20040"/>
            <a:ext cx="3749040" cy="3749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17320"/>
            <a:ext cx="13716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18288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6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229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 da Solução &amp; Pitch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3383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analítica que integra SIH/SUS, CNES e IBGE no Oracle AI Database para comparar internações, permanência, mortalidade e leitos SUS cadastrados entre UFs.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22960" y="4206240"/>
            <a:ext cx="10515600" cy="2011680"/>
          </a:xfrm>
          <a:prstGeom prst="roundRect">
            <a:avLst>
              <a:gd name="adj" fmla="val 363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+ Oracle 2026 · Turma 1TSCOA · Grupo 61 · Ciências de Dados · FIAP Paulista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4800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569250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Dados, fontes, arquitetura — Representante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" y="50840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573021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Gabriel Bernardes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ETL e indicadores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" y="5367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570993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Natália Naomi Nakamura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Gestão, negócio e documentação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97280" y="56509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568816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Henrique Wei Chern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IA e Select AI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97280" y="59344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570130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Vitória Cristina da Silva Coutinho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UX/UI, protótipo e front-end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dados do SUS fragmentados e tardios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de saúde cruzam manualmente SIH/SUS, CNES e IBGE para comparar internações, permanência, mortalidade e leitos SUS — sem visão única, comparável e auditável.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públicos de saúde, pesquisadores e analistas que precisam de uma visão comparativa nacional/regional/estadual baseada em dados oficiais abertos.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públicas em uma plataforma reprodutível e transparente, com indicadores documentados e consulta em linguagem natural via Oracle Select AI.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4736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03336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MVP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03336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competências (Nov/2025–Abr/2026), 27 UFs, indicadores de pressão assistencial, leitos SUS/10k hab. e permanência ponderada — sem prometer tempo real.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atualizada — planejado x entregue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entre o que foi proposto na Sprint 1 (protótipo Figma + apresentação) e o que foi realmente implementado nesta Sprint 2.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11247120" cy="393192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4206240"/>
                <a:gridCol w="1645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(planejado)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 (entregue)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fixos no código (ocupação, ranking, internações)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real SIH/SUS + CNES + IBGE, 162 registros reconciliados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Citado na UI, sem execução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+ JSON nativo + external table + view, executados no 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estático simulando resposta da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real respondendo (provider Cohere): NL2SQL sobre a view analítica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telas mockadas, "Ao vivo", ocupação fake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reais, mapa com malha oficial do IBGE, export CSV, sem mocks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público no GitHub + dashboard no ar via GitHub Pages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Oracle, Select AI e dashboard executados de verdade (evidências nos slides 6, 7, 8, 14 e 15). O Select AI só funcionou depois de trocar o provider de OCI Generative AI para Cohere — o percurso do diagnóstico está no slide 15.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implementado — fontes de dados oficiais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públicas, consultadas de verdade (não simuladas), com respostas originais preservadas em data/raw/.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235915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Morbidade Hospitalar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óbitos, taxa de mortalidade — por UF/competência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(sih/cnv/niuf.def)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68503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850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7" name="Text 15"/>
          <p:cNvSpPr/>
          <p:nvPr/>
        </p:nvSpPr>
        <p:spPr>
          <a:xfrm>
            <a:off x="1600200" y="35387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63440" y="35935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 cadastrados e destinados ao SUS — por UF/competência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0" y="3794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(cnes/cnv/leiintbr.def)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" y="501091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0109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24" name="Text 22"/>
          <p:cNvSpPr/>
          <p:nvPr/>
        </p:nvSpPr>
        <p:spPr>
          <a:xfrm>
            <a:off x="1600200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6002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+ Malha Territorial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0" y="491947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2026 por UF (SIDRA, tabela 6579) e malha oficial das UFs usada no mapa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6880" y="5120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apisidra.ibge.gov.br · servicodados.ibge.gov.br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1539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Recorte: 6 competências (Nov/2025 a Abr/2026) · 27 UFs · 162 registros consolidados, sem duplicatas nem nulos, 100% reconciliados com os totais de controle do TabNet.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Algoritmos, métodos e transformações do ETL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Python (biblioteca padrão) reprodutível: fetch → parse → padronização → validação → indicadores → export.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real)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95728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95728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(HTML/JSON)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34256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Padroniza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(UF/região)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2784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(cobertura/nulos)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11312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11312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Indicadores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(fórmulas)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14984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4984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(CSV/JSON)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57984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096512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73568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12096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1247120" cy="2788920"/>
          </a:xfrm>
          <a:prstGeom prst="roundRect">
            <a:avLst>
              <a:gd name="adj" fmla="val 262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3520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 fórmulas (implementados em etl/parse_validate_build.py)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3886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/100k hab. = internações ÷ população × 100.000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4251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Leitos SUS /10k hab. = leitos SUS cadastrados ÷ população × 10.000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Permanência média ponderada = Σ(permanência UF × internações UF) ÷ Σ(internações)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49834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Variação mensal = (internações mês atual ÷ internações mês anterior − 1) × 100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por leito = internações ÷ leitos SUS cadastrados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Tercil de pressão assistencial comparativa (classificação por competência)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da execução real do pipeline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de data/processed/validacao_pipeline.json — todos os 6 totais mensais batem exatamente com os totais de controle do TabNet.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7432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Competência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(controle)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Leitos SUS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315.733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316.529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316.339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316.227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316.454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316.235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registros </a:t>
            </a:r>
            <a:pPr indent="0" marL="0">
              <a:buNone/>
            </a:pPr>
            <a:r>
              <a:rPr lang="en-US" sz="13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consolidados (27 UFs × 6 competências) · 0 duplicatas · 0 nulos em campos críticos · pipeline com código de saída ≠ 0 em caso de falha de qualidade.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dashboard (Visão Executiva)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da aplicação publicada, com dados de Abr/2026 vindos de public/data/leito360.json — nenhum número digitado à mão.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visao_execut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KPIs recalculados a cada recorte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do período, média por dia, permanência ponderada e leitos SUS cadastrados, com a variação sobre o mês anterior.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 a malha oficial do IBGE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coloridas pelos tercis de pressão assistencial da competência — os cortes aparecem na própria legenda.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numa UF recorta a tela inteira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Paraná na captura: KPIs, subtítulo, ranking e série de internações passam a responder só por aquela UF.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e série de seis competências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UFs sob maior pressão e a evolução das internações do recorte, com os valores rotulados.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Brasil · UF selecionada: Paraná.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Explorador Analítico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consultas guiadas sobre os mesmos dados, com SQL equivalente, cobertura do pipeline e exportação em CSV.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explorador_anali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de negócio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pressão, menor oferta de leitos, maior permanência e maior mortalidade — resultados reproduzíveis.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equivalente sempre visível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correspondente sobre VW_LEITO360_ANALITICO, identificada como não gerada por IA.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cobertura declaradas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UFs, 6 períodos, 162 registros e reconciliação OK, direto do relatório de validação do ETL.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e limitações na própria tela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oficiais do SIH/SUS, CNES e IBGE e as limitações metodológicas ao lado dos números.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consulta de maior pressão assistencial.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final implementada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 a ponta: fontes oficiais → ETL Python → Oracle (3 formatos) → JSON sanitizado → dashboard estático.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 SIH/CNES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SIDRA + Malhas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2651760"/>
            <a:ext cx="2084832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80720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0720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parse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→ indicadores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37760" y="2651760"/>
            <a:ext cx="2084832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AI DB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4748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+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External Table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78040" y="2651760"/>
            <a:ext cx="2084832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728776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28776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SHOWSQL/RUNSQL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1832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952804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52804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React/Vite estático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973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70001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029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57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front-end não se conecta ao Oracle nem contém credenciais: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JSON estático publicado pelo ETL local. O Select AI roda no Database Actions do Oracle e é demonstrado ao vivo no pitch.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5257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SIH/SUS, CNES, IBGE (SIDRA + malha das UFs) — HTTP real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5541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— fetch_raw.py + parse_validate_build.py + build_malha_uf.py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8247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Armazenamento/modelagem: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LEITO360_SIH, LEITO360_CNES_JSON, LEITO360_POPULACAO_EXT, VW_LEITO360_ANALITICO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Visualização/consumo: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public/data/leito360.json → dashboard React/Vite estático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foi realmente implementado (x planejado)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tratar Oracle/Select AI como "evolução futura" — status real de cada camada nesta sprint.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(3 fontes reais, validado, reconciliado)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372600" y="22402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0" y="226771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22677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9535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Oracle (3 formatos + view, 162 registros confirmados no LiveLabs)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9372600" y="29535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0" y="2980944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6667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 (perfil real, NL2SQL confirmado, provider Cohere)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2" name="Text 20"/>
          <p:cNvSpPr/>
          <p:nvPr/>
        </p:nvSpPr>
        <p:spPr>
          <a:xfrm>
            <a:off x="9372600" y="366674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58400" y="3694176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36941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3799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sem mocks (filtros, mapa, export CSV)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8" name="Text 26"/>
          <p:cNvSpPr/>
          <p:nvPr/>
        </p:nvSpPr>
        <p:spPr>
          <a:xfrm>
            <a:off x="9372600" y="437997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58400" y="4407408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0" y="44074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0932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(GitHub público + GitHub Pages ao vivo)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34" name="Text 32"/>
          <p:cNvSpPr/>
          <p:nvPr/>
        </p:nvSpPr>
        <p:spPr>
          <a:xfrm>
            <a:off x="9372600" y="50932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58400" y="512064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0" y="5120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5806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pitch (gravado, com demonstração ao vivo do Oracle e do dashboard)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9" name="Shape 37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40" name="Text 38"/>
          <p:cNvSpPr/>
          <p:nvPr/>
        </p:nvSpPr>
        <p:spPr>
          <a:xfrm>
            <a:off x="9372600" y="580644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058400" y="583387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0" y="58338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analíticos e técnicas utilizadas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(EDA), padronização, reconciliação e classificação comparativa aplicadas ao conjunto consolidado.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padronização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Decodificação de entidades HTML/Latin-1, parsing do formato "prn" do TabNet, normalização de UF/região/competência.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16552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qualidade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16552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das 27 UFs por competência, checagem de duplicatas na chave (competência, UF), nulos em campos críticos.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10144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193024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estatística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93024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por UF comparada à linha "Total" do próprio TabNet e aos totais de controle originais — divergências reportadas, nunca escondidas.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tercis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internacoes_por_100k_hab dividido em 3 grupos (baixo/médio/alto) por competência — indicador usado para colorir o mapa.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416552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derivados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16552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per capita, médias ponderadas por internações, variação mês a mês, razão internações/leito.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10144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93024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em linguagem natural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93024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Select AI (DBMS_CLOUD_AI) traduz pergunta em português para SQL sobre a view analítica.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AI Database — relacional, JSON e CSV/External Table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formatos exigidos pelo Challenge, implementados em objetos separados e integrados por uma view analítica.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LEITO360_SIH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relacional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1031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taxa de mortalidade — PK (competência, UF)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154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LEITO360_CNES_JSON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Coleção/documento JSON nativo (23ai)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30632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cadastrados + metadados da fonte, colunas virtuais para join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LEITO360_POPULACAO_EXT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table sobre CSV (Object Storage)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4023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DBMS_CLOUD.CREATE_EXTERNAL_TABLE, população por UF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5074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VW_LEITO360_ANALITICO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394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analítica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4983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as três fontes + indicadores derivados, base do Select AI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sintaxe: documentação oficial Oracle Autonomous AI Database 23ai (DDL/JSON/external table). O LiveLabs 4222 foi seguido literalmente apenas para o perfil do Select AI (DBMS_CLOUD_AI.CREATE_PROFILE, provider OCI, DBMS_CLOUD_AI.GENERATE) — ele não cobre criação de tabelas customizadas. Decisão documentada em docs/arquitetura/decisao_livelabs_4222.md.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perguntas de negócio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restrito aos objetos do projeto. Cada pergunta roda com SHOWSQL (mostra o SQL gerado) e RUNSQL (executa e traz o resultado).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488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tiveram mais internações por 100 mil habitantes em abril de 2026?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7889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possuem menor oferta de leitos SUS por 10 mil habitantes?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429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4290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possuem permanência média acima da média nacional?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40690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0690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apresentaram maior aumento de internações entre março e abril de 2026?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47091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internações e leitos SUS cadastrados por região em abril de 2026.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Executadas de verdade no Database Actions com o perfil LEITO360_AI (provider Cohere). O SQL gerado, o resultado e as limitações observadas estão em docs/evidencias/select_ai_perguntas.md — nada aqui foi escrito à mão e apresentado como saída da IA.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— execução real no Oracle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Rodado em dois sandboxes independentes do LiveLabs (#229599 e MovieStreamWorkshop229748), 31/08–01/09/2026. O schema foi recriado do zero no segundo e devolveu exatamente os mesmos números.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39319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real (Oracle)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COUNT(*) FROM VW_LEITO360_ANALITICO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(27 UFs × 6 competências)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JSON válidos (doc IS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/ 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internações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1.193.539 / 1.162.871 / 1.178.308 / 1.143.546 / 1.256.010 / 1.218.903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leitos SUS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315.733 / 316.529 / 316.339 / 316.227 / 316.454 / 316.235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abr/2026 no Oracle x ETL local (internações/100 mil hab)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703,74 · SC 702,27 · RO 701,17 · AP 686,83 · RS 664,58 — idêntico ao data/processed/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 JSON de exemplo (SP, abr/2026)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{"competencia":"2026-04","codigo_uf":"35","sigla_uf":"SP","estado":"São Paulo","regiao":"Sudeste","leitos_sus_cadastrados":54722}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no SQL Worksheet do Database Actions. Ambientes temporários do LiveLabs (expiram após a reserva) — usados para gerar estas evidências, não são a infraestrutura definitiva. Os scripts de oracle/sql/consolidado_recriacao/ recriam o schema inteiro em qualquer instância nova.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NL2SQL real, e conferido contra a 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em português → SQL gerado pelo modelo → resultado. Transcrito da tela, sem edição. Provider Cohere (as opções OCI GenAI falharam em 2 sandboxes, 3 regiões e 2 credenciais — percurso em docs/evidencias/).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1247120" cy="1691640"/>
          </a:xfrm>
          <a:prstGeom prst="roundRect">
            <a:avLst>
              <a:gd name="adj" fmla="val 432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08483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1 — SHOWSQL (2,87 s): o SQL que o modelo gerou sozinho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340864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Unidades da Federação tiveram mais internações por 100 mil habitantes em abril de 2026?"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6151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vw."ESTADO", vw."SIGLA_UF" FROM "ADMIN"."VW_LEITO360_ANALITICO" vw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vw."COMPETENCIA" = '2026-04' ORDER BY vw."INTERNACOES_POR_100K_HAB" DESC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31363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Escolheu a view analítica, a competência e o indicador corretos sem dica no prompt — o atributo "comments": "true" envia os COMMENT ON TABLE/COLUMN dos scripts 01, 02 e 05 como contexto semântico.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840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Conferimos as 5 respostas contra o pipeline validado (data/processed/) — o resultado honesto: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0520"/>
          <a:ext cx="11247120" cy="1691640"/>
        </p:xfrm>
        <a:graphic>
          <a:graphicData uri="http://schemas.openxmlformats.org/drawingml/2006/table">
            <a:tbl>
              <a:tblPr/>
              <a:tblGrid>
                <a:gridCol w="3108960"/>
                <a:gridCol w="6766560"/>
                <a:gridCol w="1371600"/>
              </a:tblGrid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 de negócio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do Select AI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Conferência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Pressão assistencial por 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Valores conferem (RO 701,17), mas fora da ordem pedida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Menor oferta de leitos por região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Respondeu "Nordeste", que é a de MAIOR oferta (17,15); a menor é Sudeste (12,53). E o SQL do SHOWSQL retornaria outro resultado ainda — o RUNSQL executou SQL diferente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Permanência acima da média nacional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RR, TO, MA, PI, CE, PB — todas no conjunto correto (média ponderada 4,882 dias)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Maior aumento de internações mar→abr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+1.187 — exato (só 5 UFs cresceram num mês de queda nacional)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Internações x leitos por região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 108.136/28.346 · Nordeste 311.866/98.381 — batem número a número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59436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2A241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85800" y="59436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5 plenamente corretas, 1 com ordenação errada e 1 incorreta. O Select AI é uma ótima ferramenta de exploração, mas não substitui a consulta auditada — por isso o dashboard usa o JSON determinístico do ETL e marca seu SQL como "não gerado por IA".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técnico e código-fonte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github.com/gabriellive1817-stack/Leito_360 — repositório público, estrutura organizada por responsabilidade.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6949440" cy="4206240"/>
          </a:xfrm>
          <a:prstGeom prst="roundRect">
            <a:avLst>
              <a:gd name="adj" fmla="val 1739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LEITO360/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       front-end React + TypeScript + Vite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public/data/          JSON sanitizado consumido pelo dashboard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etl/                  pipeline Python (fetch, parse, validação, indicadores)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data/raw/             respostas originais das fontes (preservadas)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36576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data/processed/       CSV/JSON tratados + relatório de validação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oracle/data/          3 formatos separados (CSV, JSON, CSV externo)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4206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oracle/sql/           DDL, carga, view analítica, Select AI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44805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docs/evidencias/      evidências (o quê, prova, fonte, limitação)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docs/arquitetura/     diagramas e decisões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0292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docs/gerenciamento/   gestão do projeto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53035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docs/roteiro_pitch/   roteiro de gravação + texto falado do pitch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5577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apresentacao/         gerador deste PPTX (pptxgenjs, reprodutível)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             arquitetura, indicadores, como executar tudo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543800" y="210312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credenciais no repositório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2651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bloqueia node_modules, .env, wallets, tokens e arquivos de credencial. Scripts Oracle usam apenas placeholders (&lt;CREDENTIAL_NAME&gt;, &lt;URI_...&gt;, &lt;SCHEMA_...&gt;).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3840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4206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github.com/gabriellive1817-stack/Leito_360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0" y="47091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da aplicação publicada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0" y="50749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gabriellive1817-stack.github.io/Leito_360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pitch e demonstração hands-on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Gravado, com demonstração ao vivo do dashboard publicado e do Oracle Database Actions. Plano em docs/roteiro_pitch/roteiro.md e o texto falado, dividido por integrante, em texto_pitch.md.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2103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do SUS fragmentados entre SIH/SUS, CNES e IBGE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7889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0:30–1:00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7889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7889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numa plataforma reprodutível e transparente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4747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1:00–2:00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34747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e arquitetura Oracle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4747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ponta a ponta, três formatos, view analítica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1605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2:00–4:00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4160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hands-on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41605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filtros, UF selecionada, Oracle, view, Select AI real, SQL, resultado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463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48463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4:00–4:30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48463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48463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oficiais, pipeline auditável, transparência sobre limitações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532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4:30–5:00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94560" y="5532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5532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Recapitulação do que foi implementado + próximos passos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(YouTube): </a:t>
            </a:r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LINK AQUI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Resultados, limitações e próximos passos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 registros reais, reconciliados exatamente com o TabNet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formatos Oracle implementados (scripts prontos)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respondendo: NL2SQL real sobre a view analítica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Dashboard sem nenhum mock, publicado e testado no navegador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reprodutível com validação automática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Leitos SUS cadastrados ≠ vagas livres em tempo real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Dados de competências fechadas, não monitoramento ao vivo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alertas automáticos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Mapa usa a malha do IBGE em qualidade mínima (simplificada)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gerado pelo LLM é não determinístico — sempre conferido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83880" y="2148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83880" y="25146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Automatizar a carga Oracle via job agendado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Avaliar endpoint ORDS seguro para consulta guiada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Ampliar indicadores (CID, tipo de procedimento)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Transcrever as saídas das perguntas 2 a 5 do Select 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— Grupo 61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· João Gabriel Bernardes · Natália Naomi Nakamura · Pedro Henrique Wei Chern · Vitória Cristina da Silva Coutinho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9875520" cy="1920240"/>
          </a:xfrm>
          <a:prstGeom prst="roundRect">
            <a:avLst>
              <a:gd name="adj" fmla="val 381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61772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— tabnet.datasus.gov.br/cgi/deftohtm.exe?sih/cnv/niuf.def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4882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 — tabnet.datasus.gov.br/cgi/deftohtm.exe?cnes/cnv/leiintbr.def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" y="51480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IBGE/SIDRA — apisidra.ibge.gov.br (tabela 6579)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541324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LiveLabs 4222 — livelabs.oracle.com (Chat with Your Data Using Select AI)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567842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AI Database 23ai — documentação oficial Oracle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2026-09-02T00:52:31Z</dcterms:created>
  <dcterms:modified xsi:type="dcterms:W3CDTF">2026-09-02T00:52:31Z</dcterms:modified>
</cp:coreProperties>
</file>