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hots/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criado; GENERATE bloqueado pelo OCI GenAI do sandbox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Oracle e dashboard executados de verdade (evidências nos slides 6, 7, 8 e 14). O Select AI teve o perfil criado com sucesso, mas o serviço OCI Generative AI do sandbox LiveLabs não respondeu — diagnóstico completo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shots/print_executi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shots/print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— perfil criado; GENERATE bloqueado por indisponibilidade do OCI GenAI no sandbox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1664208" cy="219456"/>
          </a:xfrm>
          <a:prstGeom prst="roundRect">
            <a:avLst>
              <a:gd name="adj" fmla="val 20833"/>
            </a:avLst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(produção com outro integrante do grupo)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45720" cy="219456"/>
          </a:xfrm>
          <a:prstGeom prst="roundRect">
            <a:avLst>
              <a:gd name="adj" fmla="val 100000"/>
            </a:avLst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reais (prompt, SQL gerado, resultado, interpretação, limitações) documentadas em docs/evidencias/select_ai_perguntas.md após execução no ambiente Oracle acadêmico.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 (LiveLabs sandbox #229599)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de verdade em 31/08–01/09/2026, usuário MOVIESTREAM, tenancy C4U04 (India South).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por MOVIESTREAM no SQL Worksheet do Database Actions. Ambiente temporário do LiveLabs (expira após a reserva) — usado apenas para gerar estas evidências, não é a infraestrutura definitiva do projeto.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perfil real criado, execução bloqueada por infraestrutura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técnico completo em docs/evidencias/select_ai_perguntas.md — nada aqui foi inventado ou simulado.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128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Implementado e confirmado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criado com sucesso (credencial nativa AI_CREDENTIAL indicada pela Task 2 do workshop, não OCI$RESOURCE_PRINCIPAL); DROP/CREATE_PROFILE respondem em ~1-2s; as 5 perguntas de negócio estão prontas em oracle/sql/08_select_ai_perguntas.sql.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1247120" cy="2286000"/>
          </a:xfrm>
          <a:prstGeom prst="roundRect">
            <a:avLst>
              <a:gd name="adj" fmla="val 3200"/>
            </a:avLst>
          </a:prstGeom>
          <a:solidFill>
            <a:srgbClr val="2A18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273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Bloqueado nesta execução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611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chamada a DBMS_CLOUD_AI.GENERATE (chat, showsql) ficou pendente 3-10 min e falhou — testado 4x, em 2 worksheets, com prompts diferentes.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40507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tentativa (credencial OCI$RESOURCE_PRINCIPAL): erro imediato ORA-20404 com URL contendo "my$cloud_domain" não substituído — bug de configuração do sandbox, não do LEITO360.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4897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tentativa (credencial correta AI_CREDENTIAL, indicada pelo próprio workshop): sem erro imediato, mas timeout após vários minutos, sem corpo de erro recuperável.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92861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consulta SQL comum (SELECT 1 FROM dual) no mesmo worksheet respondeu em milissegundos — confirma que o banco está saudável; o problema é isolado ao serviço de inferência do OCI Generative AI.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reexecutar em um ambiente com OCI Generative AI confirmadamente saudável (tenancy própria ou nova reserva de sandbox) e preencher as evidências reais das 5 perguntas.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578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8712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31638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indicadores, malha)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45643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404164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 relacional, JSON, CSV externo)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33425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462686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91947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52120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55046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do vídeo hands-on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579729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 minutos — roteiro completo em docs/roteiro_pitch/roteiro.md. Gravar somente após todos os links/componentes estarem funcionando.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[preencher após gravação e publicação]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seguindo literalmente o LiveLabs 4222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depende de provedor de LLM configurado pelo usuário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Gravar e publicar o vídeo pitch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2026-09-01T04:16:55Z</dcterms:created>
  <dcterms:modified xsi:type="dcterms:W3CDTF">2026-09-01T04:16:55Z</dcterms:modified>
</cp:coreProperties>
</file>